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CONSIGNE — ne pas conserver cette page dans le deck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le décor : au Xe et XIe siècle, toute la philosophie grecque est traduite en arabe et disponible. Aristote, Platon, les néoplatoniciens. Tous les savants de l'époque y ont accès. La question n'est pas s'ils l'ont lue — ils l'ont tous lue. La question est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que Ghazâlî a réellement fait, dans l'ordre, si on te pose la question : il écrit d'abord un exposé fidèle des doctrines des philosophes, puis leur réfutation, puis il place un traité de logique en ouverture de son grand ouvrage de usūl al-fiqh. Il prend l'outil, il le détache de sa métaphysique d'origine, il le remet au service du droit musulman. C'est exactement le geste qu'on demande aux entrepreneurs avec les techniques modernes.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charnière de toute la partie 3. Le dire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 tirée du corpus Chauki Lazhar. Enchaîner sur les deux questions à poser avant d'adopter un 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oppins"/>
              </a:rPr>
              <a:t>À INSÉRER DANS TON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524000"/>
            <a:ext cx="1028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700" b="1" i="1">
                <a:solidFill>
                  <a:srgbClr val="141414"/>
                </a:solidFill>
                <a:latin typeface="Archivo"/>
              </a:rPr>
              <a:t>DEUX SAVANTS — VERSION TENABLE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048000"/>
            <a:ext cx="1651000" cy="50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3429000"/>
            <a:ext cx="1028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REMPLACE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l'ancienne slide VS « LE PREMIER / AL-GHAZÂLÎ »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SE PLACE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dans la partie 3, juste après la citation de Chauki Lazhar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/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« L'idée n'est pas de tout rejeter… »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LE PREMIER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reste sans nom — c'est volontaire, et c'est fidèle à la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937250"/>
            <a:ext cx="1028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41414"/>
                </a:solidFill>
                <a:latin typeface="Poppins"/>
              </a:rPr>
              <a:t>Les 4 slides qui suivent forment le bloc. Cette page-ci ne va pas dans le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DEUX SAVANTS,</a:t>
            </a:r>
          </a:p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LA MÊME BIBLIOTHÈQUE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Oswald"/>
              </a:rPr>
              <a:t>IL Y ENTRE SANS CADRE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9200"/>
            <a:ext cx="6985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Il cherche la vérité dans ces textes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Il adopte leurs questions — puis leurs réponses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« Il est rentré dans le ventre des philosophes,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il a voulu en sortir, il n'a pas réussi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57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A94F"/>
                </a:solidFill>
                <a:latin typeface="Oswald"/>
              </a:rPr>
              <a:t>AL-GHAZÂLÎ Y ENTRE AVEC UN CADRE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5700" y="2489200"/>
            <a:ext cx="6985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57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Il apprend leur système à fond, et l'expose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Il le réfute, point par point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Puis il garde l'outil — la logique —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et l'intègre aux fondements du 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3048000"/>
            <a:ext cx="101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500" b="1" i="1">
                <a:solidFill>
                  <a:srgbClr val="FFFFFF"/>
                </a:solidFill>
                <a:latin typeface="Archivo"/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Même matière. Deux issues opposées.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La différence n'est pas l'intelligence.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C'est d'avoir un cadre avant d'entrer.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Sans cadre, tu ne recycles pas les outils.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Ce sont eux qui te recyclent.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